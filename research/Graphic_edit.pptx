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B643"/>
    <a:srgbClr val="04A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6"/>
    <p:restoredTop sz="94694"/>
  </p:normalViewPr>
  <p:slideViewPr>
    <p:cSldViewPr snapToGrid="0">
      <p:cViewPr varScale="1">
        <p:scale>
          <a:sx n="117" d="100"/>
          <a:sy n="117" d="100"/>
        </p:scale>
        <p:origin x="8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A7DE2-09A2-F64D-AB5B-CD8EC1A87872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28182-D5B3-624E-BEB2-519358498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5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01483-AC6D-8E41-AF16-4105DB25B3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5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B764-9B69-0811-7982-F46D42DE2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203A7-1E90-5BC6-A9F7-8C490FBA4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9667E-7558-F505-BB27-AD9D8E82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589E6-F9F5-127C-A8B2-7A29C8EC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BB1BF-E0BD-B1E3-35D1-29ACC37F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9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5596-D7BB-8C3F-69B4-96BF9B6D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ED2C7-5A16-D968-F964-DB5A110DC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F8355-1EF4-35EE-3F80-6AA97DAB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EE48-AE74-BBAD-D945-9ED10E74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E17A4-325C-F6F1-71D9-668B2B6A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5C9F-6FE3-2306-F20C-CC7AFD5D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77D6-FAC2-5908-8C0F-367060267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B84C9-EA8E-315F-A59E-00A001C7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61C4C-A88E-756E-CF04-A8F9C265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40F43-F933-2261-F19C-66E98F5F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2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91C8-1BC3-E990-6AE3-146ADDDB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3D651-A027-EF55-787D-04887DB37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68064-6855-3C57-39F3-EEC4E443A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498E1-044A-441E-C670-EEEFFE18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7C3E3-33B3-0EC4-D131-15B6AE8E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95F6D-1C11-D6BC-8A47-536D3D6B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3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5718-6DB1-C778-BE04-CE2D4D3F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473A6-7D5A-B641-3A51-2340FC65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2F13B-CB60-DC8B-1E53-FBD928822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914C0-2883-5814-CD28-B4DEBC9E0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24A5A-23E1-D4E5-9594-C30F5F6CD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ACF126-F06D-7CF5-604B-1E3177B8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18F31-0D15-5C12-9C81-7568C78E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B779E-DAB5-FEB0-3A20-24816FEB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0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A795-9E34-72F7-71DC-502EBC1C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72DA6-2254-C3A0-D152-BB215369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7B4F8-4487-FDC8-C8F9-E0E73546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0E5A9-0428-F50C-86A7-4E9741A4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0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B2395-EECE-9461-34D6-E74B6038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8DF43-6DF2-397B-9684-DD0ABBEA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B835D-1EE2-0FF7-DA73-FC1180C4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9BBB-E4C5-C607-260C-0873BF39A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B52B-381B-B264-50BB-58131B51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06BA6-DE5A-8F05-4D3A-74738F9DD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1D9CF-8FAC-0EB5-7B56-52772931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37347-D37D-F7F1-9CCC-EDBDDF57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E2588-7938-BB34-FE1B-422D1CE7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2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1A2E-CAB2-156A-7666-684D550F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87DF7-133C-5157-6082-C7051CCE2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15A6C-188D-B018-F26E-82151D990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8E389-B98F-F32A-B7B2-6D641172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CF425-6207-FC1F-23F4-3C436D26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41D48-2582-CC77-D845-46C06714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2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F6D7-6892-C0F9-50E5-0A112734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F8322-9A35-BFC8-8F3C-8DFCE52E1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A7219-0953-F247-E2F0-33D9722E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21C19-0A3D-9D84-22FB-54ED741E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4A829-1379-639C-250F-D436AF2A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E0E20-9C6A-9D95-662A-B02DBBA33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B1779-D4AD-DF1E-62DD-4D2C06850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E9DC-3900-0BE3-6672-C828E04A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C0D90-BA9E-6C95-3F81-B07AE3A6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28D63-52F8-4A00-8F1F-C9820011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1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FA864-02E3-16C9-1FA7-C3D32B29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38BC2-4D5B-F17A-6BE7-F777EA8A1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01BDE-55AE-72DE-AC50-145AFE091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50AEF-9A2B-6640-A31F-A30B849B49B9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75DF-6344-F487-B972-08CA1B77D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FECD5-A0C1-7155-BBF0-DEA146823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87509-410A-3740-82C5-3A751370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CD8516-257E-2A70-1B84-FCE291D0D8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1084" y1="33838" x2="61719" y2="33838"/>
                        <a14:foregroundMark x1="61523" y1="33496" x2="62842" y2="35449"/>
                        <a14:foregroundMark x1="61621" y1="33496" x2="62305" y2="34521"/>
                        <a14:foregroundMark x1="61621" y1="33496" x2="63037" y2="35156"/>
                        <a14:foregroundMark x1="61523" y1="33105" x2="62695" y2="34912"/>
                        <a14:foregroundMark x1="61719" y1="33203" x2="63330" y2="35449"/>
                        <a14:foregroundMark x1="34473" y1="41211" x2="35645" y2="39600"/>
                      </a14:backgroundRemoval>
                    </a14:imgEffect>
                  </a14:imgLayer>
                </a14:imgProps>
              </a:ext>
            </a:extLst>
          </a:blip>
          <a:srcRect l="30258" t="19609" r="28811" b="19615"/>
          <a:stretch/>
        </p:blipFill>
        <p:spPr>
          <a:xfrm>
            <a:off x="4742120" y="1552352"/>
            <a:ext cx="2806995" cy="4167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15CAA7-4DDA-E268-C87D-C3E928F55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60721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5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33C651F-CD01-A2D6-5CE4-F3A386DF7260}"/>
              </a:ext>
            </a:extLst>
          </p:cNvPr>
          <p:cNvGrpSpPr/>
          <p:nvPr/>
        </p:nvGrpSpPr>
        <p:grpSpPr>
          <a:xfrm>
            <a:off x="1459049" y="1157983"/>
            <a:ext cx="2773067" cy="2612939"/>
            <a:chOff x="1459049" y="1190640"/>
            <a:chExt cx="2773067" cy="26129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1165AC-BD27-555B-6BEA-C93E14480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6862" y="1190640"/>
              <a:ext cx="1317440" cy="198231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94B2EB-49E5-533C-2BA1-34E3741B9C94}"/>
                </a:ext>
              </a:extLst>
            </p:cNvPr>
            <p:cNvSpPr txBox="1"/>
            <p:nvPr/>
          </p:nvSpPr>
          <p:spPr>
            <a:xfrm>
              <a:off x="1459049" y="2880249"/>
              <a:ext cx="277306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 err="1">
                  <a:solidFill>
                    <a:srgbClr val="3EB643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Regen</a:t>
              </a:r>
              <a:r>
                <a:rPr lang="en-US" sz="5400" b="1" dirty="0" err="1">
                  <a:solidFill>
                    <a:srgbClr val="04A7F0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AI</a:t>
              </a:r>
              <a:endParaRPr lang="en-US" sz="5400" b="1" dirty="0">
                <a:solidFill>
                  <a:srgbClr val="04A7F0"/>
                </a:solidFill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6C0B99-DB69-96BB-E681-FDC9A50D75FC}"/>
              </a:ext>
            </a:extLst>
          </p:cNvPr>
          <p:cNvGrpSpPr/>
          <p:nvPr/>
        </p:nvGrpSpPr>
        <p:grpSpPr>
          <a:xfrm>
            <a:off x="6618427" y="2706078"/>
            <a:ext cx="3386711" cy="1107996"/>
            <a:chOff x="6618427" y="2706078"/>
            <a:chExt cx="3386711" cy="110799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EA310B0-5F90-2BA6-DCB7-F0BB9117D0EB}"/>
                </a:ext>
              </a:extLst>
            </p:cNvPr>
            <p:cNvGrpSpPr/>
            <p:nvPr/>
          </p:nvGrpSpPr>
          <p:grpSpPr>
            <a:xfrm>
              <a:off x="6618427" y="2706078"/>
              <a:ext cx="3386711" cy="1064844"/>
              <a:chOff x="845405" y="2880249"/>
              <a:chExt cx="3386711" cy="106484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43578CE-0677-50F9-4871-72DC42100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5405" y="3021763"/>
                <a:ext cx="613642" cy="92333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FA368C-3A5A-0F3F-D4E4-DACFF1FA72A0}"/>
                  </a:ext>
                </a:extLst>
              </p:cNvPr>
              <p:cNvSpPr txBox="1"/>
              <p:nvPr/>
            </p:nvSpPr>
            <p:spPr>
              <a:xfrm>
                <a:off x="1459049" y="2880249"/>
                <a:ext cx="277306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b="1" dirty="0" err="1">
                    <a:solidFill>
                      <a:srgbClr val="3EB643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Regen</a:t>
                </a:r>
                <a:r>
                  <a:rPr lang="en-US" sz="5400" b="1" dirty="0" err="1">
                    <a:solidFill>
                      <a:srgbClr val="04A7F0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AI</a:t>
                </a:r>
                <a:endParaRPr lang="en-US" sz="5400" b="1" dirty="0">
                  <a:solidFill>
                    <a:srgbClr val="04A7F0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B8C4EB-9415-6184-5A93-31B9EB652A6E}"/>
                </a:ext>
              </a:extLst>
            </p:cNvPr>
            <p:cNvSpPr txBox="1"/>
            <p:nvPr/>
          </p:nvSpPr>
          <p:spPr>
            <a:xfrm>
              <a:off x="7472264" y="3444742"/>
              <a:ext cx="2292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3EB643"/>
                  </a:solidFill>
                </a:rPr>
                <a:t>Empowering Farmers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327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1B4EE1-069D-B31F-B324-DC83536D8933}"/>
              </a:ext>
            </a:extLst>
          </p:cNvPr>
          <p:cNvGrpSpPr/>
          <p:nvPr/>
        </p:nvGrpSpPr>
        <p:grpSpPr>
          <a:xfrm>
            <a:off x="762257" y="279874"/>
            <a:ext cx="11222950" cy="6298251"/>
            <a:chOff x="762257" y="279874"/>
            <a:chExt cx="11222950" cy="629825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18C8C22-E03A-C157-77F1-ACCA9448E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257" y="279874"/>
              <a:ext cx="11222950" cy="629825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8B8814-B452-A5F0-0ABD-9D8C0D65D548}"/>
                </a:ext>
              </a:extLst>
            </p:cNvPr>
            <p:cNvSpPr/>
            <p:nvPr/>
          </p:nvSpPr>
          <p:spPr>
            <a:xfrm>
              <a:off x="9784800" y="1843200"/>
              <a:ext cx="950400" cy="33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700" b="1" dirty="0" err="1">
                  <a:solidFill>
                    <a:sysClr val="windowText" lastClr="000000"/>
                  </a:solidFill>
                </a:rPr>
                <a:t>Nguyễn</a:t>
              </a:r>
              <a:r>
                <a:rPr lang="en-US" sz="700" b="1" dirty="0">
                  <a:solidFill>
                    <a:sysClr val="windowText" lastClr="000000"/>
                  </a:solidFill>
                </a:rPr>
                <a:t> </a:t>
              </a:r>
              <a:r>
                <a:rPr lang="en-US" sz="700" b="1" dirty="0" err="1">
                  <a:solidFill>
                    <a:sysClr val="windowText" lastClr="000000"/>
                  </a:solidFill>
                </a:rPr>
                <a:t>Thị</a:t>
              </a:r>
              <a:r>
                <a:rPr lang="en-US" sz="700" b="1" dirty="0">
                  <a:solidFill>
                    <a:sysClr val="windowText" lastClr="000000"/>
                  </a:solidFill>
                </a:rPr>
                <a:t> </a:t>
              </a:r>
              <a:r>
                <a:rPr lang="en-US" sz="700" b="1" dirty="0" err="1">
                  <a:solidFill>
                    <a:sysClr val="windowText" lastClr="000000"/>
                  </a:solidFill>
                </a:rPr>
                <a:t>Lý</a:t>
              </a:r>
              <a:endParaRPr lang="en-US" sz="7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5DE7AB-0F04-A6E4-4574-62DB3913DDA7}"/>
                </a:ext>
              </a:extLst>
            </p:cNvPr>
            <p:cNvSpPr/>
            <p:nvPr/>
          </p:nvSpPr>
          <p:spPr>
            <a:xfrm>
              <a:off x="9410210" y="1821505"/>
              <a:ext cx="374590" cy="37459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Asian Farmer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4D31F714-DA9F-7E61-425B-D9290D1019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3599" y="1864894"/>
              <a:ext cx="331201" cy="331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47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D842040-A57E-ED08-C035-9BC6C3369D11}"/>
              </a:ext>
            </a:extLst>
          </p:cNvPr>
          <p:cNvGrpSpPr/>
          <p:nvPr/>
        </p:nvGrpSpPr>
        <p:grpSpPr>
          <a:xfrm>
            <a:off x="698399" y="368621"/>
            <a:ext cx="10623472" cy="6017779"/>
            <a:chOff x="2209800" y="649421"/>
            <a:chExt cx="7772400" cy="44688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2579A6-6F25-4F6E-B6A7-BA86CD84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0647" y="649421"/>
              <a:ext cx="3492500" cy="3644900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27A77F2-6866-BC8A-DDFB-F192D597E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1739749"/>
              <a:ext cx="7772400" cy="3378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628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4C0550-1AFC-5A29-1E4C-4B0C74E16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4750" y="-64800"/>
            <a:ext cx="5918300" cy="68580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2736621-39B3-F7B4-6E12-D92D6BE72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876" y="1150091"/>
            <a:ext cx="6893607" cy="374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8</Words>
  <Application>Microsoft Macintosh PowerPoint</Application>
  <PresentationFormat>Widescreen</PresentationFormat>
  <Paragraphs>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Nguyen</dc:creator>
  <cp:lastModifiedBy>Trung Nguyen</cp:lastModifiedBy>
  <cp:revision>3</cp:revision>
  <dcterms:created xsi:type="dcterms:W3CDTF">2025-08-20T00:51:53Z</dcterms:created>
  <dcterms:modified xsi:type="dcterms:W3CDTF">2025-08-23T13:23:07Z</dcterms:modified>
</cp:coreProperties>
</file>
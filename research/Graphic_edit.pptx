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9" r:id="rId4"/>
    <p:sldId id="260" r:id="rId5"/>
    <p:sldId id="261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EB643"/>
    <a:srgbClr val="04A7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357"/>
    <p:restoredTop sz="94694"/>
  </p:normalViewPr>
  <p:slideViewPr>
    <p:cSldViewPr snapToGrid="0">
      <p:cViewPr varScale="1">
        <p:scale>
          <a:sx n="117" d="100"/>
          <a:sy n="117" d="100"/>
        </p:scale>
        <p:origin x="88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0A7DE2-09A2-F64D-AB5B-CD8EC1A87872}" type="datetimeFigureOut">
              <a:rPr lang="en-US" smtClean="0"/>
              <a:t>8/24/25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628182-D5B3-624E-BEB2-519358498B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07581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B01483-AC6D-8E41-AF16-4105DB25B37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06521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8B764-9B69-0811-7982-F46D42DE22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E203A7-1E90-5BC6-A9F7-8C490FBA46F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69667E-7558-F505-BB27-AD9D8E82E8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50AEF-9A2B-6640-A31F-A30B849B49B9}" type="datetimeFigureOut">
              <a:rPr lang="en-US" smtClean="0"/>
              <a:t>8/24/25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7589E6-F9F5-127C-A8B2-7A29C8EC1B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0BB1BF-E0BD-B1E3-35D1-29ACC37FCC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87509-410A-3740-82C5-3A75137072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32996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35596-D7BB-8C3F-69B4-96BF9B6D3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9ED2C7-5A16-D968-F964-DB5A110DC0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9F8355-1EF4-35EE-3F80-6AA97DAB46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50AEF-9A2B-6640-A31F-A30B849B49B9}" type="datetimeFigureOut">
              <a:rPr lang="en-US" smtClean="0"/>
              <a:t>8/24/25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31EE48-AE74-BBAD-D945-9ED10E74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4E17A4-325C-F6F1-71D9-668B2B6A5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87509-410A-3740-82C5-3A75137072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4145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9D5C9F-6FE3-2306-F20C-CC7AFD5DC6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5C77D6-FAC2-5908-8C0F-367060267C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3B84C9-EA8E-315F-A59E-00A001C7B5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50AEF-9A2B-6640-A31F-A30B849B49B9}" type="datetimeFigureOut">
              <a:rPr lang="en-US" smtClean="0"/>
              <a:t>8/24/25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561C4C-A88E-756E-CF04-A8F9C26567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340F43-F933-2261-F19C-66E98F5F7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87509-410A-3740-82C5-3A75137072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58201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4D91C8-1BC3-E990-6AE3-146ADDDB8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03D651-A027-EF55-787D-04887DB3760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368064-6855-3C57-39F3-EEC4E443A6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9498E1-044A-441E-C670-EEEFFE184E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50AEF-9A2B-6640-A31F-A30B849B49B9}" type="datetimeFigureOut">
              <a:rPr lang="en-US" smtClean="0"/>
              <a:t>8/24/25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57C3E3-33B3-0EC4-D131-15B6AE8EE9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495F6D-1C11-D6BC-8A47-536D3D6B5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87509-410A-3740-82C5-3A75137072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06362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AE5718-6DB1-C778-BE04-CE2D4D3FEC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7473A6-7D5A-B641-3A51-2340FC6527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AA2F13B-CB60-DC8B-1E53-FBD9288227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DB914C0-2883-5814-CD28-B4DEBC9E016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624A5A-23E1-D4E5-9594-C30F5F6CD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2ACF126-F06D-7CF5-604B-1E3177B8AC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50AEF-9A2B-6640-A31F-A30B849B49B9}" type="datetimeFigureOut">
              <a:rPr lang="en-US" smtClean="0"/>
              <a:t>8/24/25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4718F31-0D15-5C12-9C81-7568C78EE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87B779E-DAB5-FEB0-3A20-24816FEBC9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87509-410A-3740-82C5-3A75137072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53068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2BA795-9E34-72F7-71DC-502EBC1C0D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6A72DA6-2254-C3A0-D152-BB2153692A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50AEF-9A2B-6640-A31F-A30B849B49B9}" type="datetimeFigureOut">
              <a:rPr lang="en-US" smtClean="0"/>
              <a:t>8/24/25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8B7B4F8-4487-FDC8-C8F9-E0E73546BD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40E5A9-0428-F50C-86A7-4E9741A42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87509-410A-3740-82C5-3A75137072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78009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5CB2395-EECE-9461-34D6-E74B6038C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50AEF-9A2B-6640-A31F-A30B849B49B9}" type="datetimeFigureOut">
              <a:rPr lang="en-US" smtClean="0"/>
              <a:t>8/24/25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AE8DF43-6DF2-397B-9684-DD0ABBEA63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8B835D-1EE2-0FF7-DA73-FC1180C43D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87509-410A-3740-82C5-3A75137072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0530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C49BBB-E4C5-C607-260C-0873BF39AF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9B52B-381B-B264-50BB-58131B5114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006BA6-DE5A-8F05-4D3A-74738F9DDA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71D9CF-8FAC-0EB5-7B56-5277293116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50AEF-9A2B-6640-A31F-A30B849B49B9}" type="datetimeFigureOut">
              <a:rPr lang="en-US" smtClean="0"/>
              <a:t>8/24/25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437347-D37D-F7F1-9CCC-EDBDDF57BA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8E2588-7938-BB34-FE1B-422D1CE725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87509-410A-3740-82C5-3A75137072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1820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E21A2E-CAB2-156A-7666-684D550F5C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887DF7-133C-5157-6082-C7051CCE2F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F15A6C-188D-B018-F26E-82151D9901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C8E389-B98F-F32A-B7B2-6D6411722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50AEF-9A2B-6640-A31F-A30B849B49B9}" type="datetimeFigureOut">
              <a:rPr lang="en-US" smtClean="0"/>
              <a:t>8/24/25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7CF425-6207-FC1F-23F4-3C436D26A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B41D48-2582-CC77-D845-46C0671421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87509-410A-3740-82C5-3A75137072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8281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2F6D7-6892-C0F9-50E5-0A112734D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5F8322-9A35-BFC8-8F3C-8DFCE52E15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7A7219-0953-F247-E2F0-33D9722E07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50AEF-9A2B-6640-A31F-A30B849B49B9}" type="datetimeFigureOut">
              <a:rPr lang="en-US" smtClean="0"/>
              <a:t>8/24/25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821C19-0A3D-9D84-22FB-54ED741E0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74A829-1379-639C-250F-D436AF2AA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87509-410A-3740-82C5-3A75137072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349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EE0E20-9C6A-9D95-662A-B02DBBA331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1B1779-D4AD-DF1E-62DD-4D2C06850A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E4E9DC-3900-0BE3-6672-C828E04A31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50AEF-9A2B-6640-A31F-A30B849B49B9}" type="datetimeFigureOut">
              <a:rPr lang="en-US" smtClean="0"/>
              <a:t>8/24/25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8C0D90-BA9E-6C95-3F81-B07AE3A611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028D63-52F8-4A00-8F1F-C982001120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87509-410A-3740-82C5-3A75137072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8168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A6FA864-02E3-16C9-1FA7-C3D32B29A5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D38BC2-4D5B-F17A-6BE7-F777EA8A19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601BDE-55AE-72DE-AC50-145AFE0915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A50AEF-9A2B-6640-A31F-A30B849B49B9}" type="datetimeFigureOut">
              <a:rPr lang="en-US" smtClean="0"/>
              <a:t>8/24/25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6A75DF-6344-F487-B972-08CA1B77D6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8FECD5-A0C1-7155-BBF0-DEA1468237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087509-410A-3740-82C5-3A75137072F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81574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4CD8516-257E-2A70-1B84-FCE291D0D80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61084" y1="33838" x2="61719" y2="33838"/>
                        <a14:foregroundMark x1="61523" y1="33496" x2="62842" y2="35449"/>
                        <a14:foregroundMark x1="61621" y1="33496" x2="62305" y2="34521"/>
                        <a14:foregroundMark x1="61621" y1="33496" x2="63037" y2="35156"/>
                        <a14:foregroundMark x1="61523" y1="33105" x2="62695" y2="34912"/>
                        <a14:foregroundMark x1="61719" y1="33203" x2="63330" y2="35449"/>
                        <a14:foregroundMark x1="34473" y1="41211" x2="35645" y2="39600"/>
                      </a14:backgroundRemoval>
                    </a14:imgEffect>
                  </a14:imgLayer>
                </a14:imgProps>
              </a:ext>
            </a:extLst>
          </a:blip>
          <a:srcRect l="30258" t="19609" r="28811" b="19615"/>
          <a:stretch/>
        </p:blipFill>
        <p:spPr>
          <a:xfrm>
            <a:off x="4742120" y="1552352"/>
            <a:ext cx="2806995" cy="416796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F15CAA7-4DDA-E268-C87D-C3E928F551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160721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38559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D33C651F-CD01-A2D6-5CE4-F3A386DF7260}"/>
              </a:ext>
            </a:extLst>
          </p:cNvPr>
          <p:cNvGrpSpPr/>
          <p:nvPr/>
        </p:nvGrpSpPr>
        <p:grpSpPr>
          <a:xfrm>
            <a:off x="1459049" y="1157983"/>
            <a:ext cx="2773067" cy="2612939"/>
            <a:chOff x="1459049" y="1190640"/>
            <a:chExt cx="2773067" cy="261293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71165AC-BD27-555B-6BEA-C93E144804F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186862" y="1190640"/>
              <a:ext cx="1317440" cy="1982316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494B2EB-49E5-533C-2BA1-34E3741B9C94}"/>
                </a:ext>
              </a:extLst>
            </p:cNvPr>
            <p:cNvSpPr txBox="1"/>
            <p:nvPr/>
          </p:nvSpPr>
          <p:spPr>
            <a:xfrm>
              <a:off x="1459049" y="2880249"/>
              <a:ext cx="2773067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5400" b="1" dirty="0" err="1">
                  <a:solidFill>
                    <a:srgbClr val="3EB643"/>
                  </a:solidFill>
                  <a:latin typeface="Aptos" panose="020B0004020202020204" pitchFamily="34" charset="0"/>
                  <a:cs typeface="Arial" panose="020B0604020202020204" pitchFamily="34" charset="0"/>
                </a:rPr>
                <a:t>Regen</a:t>
              </a:r>
              <a:r>
                <a:rPr lang="en-US" sz="5400" b="1" dirty="0" err="1">
                  <a:solidFill>
                    <a:srgbClr val="04A7F0"/>
                  </a:solidFill>
                  <a:latin typeface="Aptos" panose="020B0004020202020204" pitchFamily="34" charset="0"/>
                  <a:cs typeface="Arial" panose="020B0604020202020204" pitchFamily="34" charset="0"/>
                </a:rPr>
                <a:t>AI</a:t>
              </a:r>
              <a:endParaRPr lang="en-US" sz="5400" b="1" dirty="0">
                <a:solidFill>
                  <a:srgbClr val="04A7F0"/>
                </a:solidFill>
                <a:latin typeface="Aptos" panose="020B00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666C0B99-DB69-96BB-E681-FDC9A50D75FC}"/>
              </a:ext>
            </a:extLst>
          </p:cNvPr>
          <p:cNvGrpSpPr/>
          <p:nvPr/>
        </p:nvGrpSpPr>
        <p:grpSpPr>
          <a:xfrm>
            <a:off x="6868798" y="3429000"/>
            <a:ext cx="3674354" cy="1215680"/>
            <a:chOff x="6618427" y="2647575"/>
            <a:chExt cx="3674354" cy="1215680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EA310B0-5F90-2BA6-DCB7-F0BB9117D0EB}"/>
                </a:ext>
              </a:extLst>
            </p:cNvPr>
            <p:cNvGrpSpPr/>
            <p:nvPr/>
          </p:nvGrpSpPr>
          <p:grpSpPr>
            <a:xfrm>
              <a:off x="6618427" y="2647575"/>
              <a:ext cx="3674354" cy="1123347"/>
              <a:chOff x="845405" y="2821746"/>
              <a:chExt cx="3674354" cy="1123347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D43578CE-0677-50F9-4871-72DC4210035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45405" y="3021763"/>
                <a:ext cx="613642" cy="923330"/>
              </a:xfrm>
              <a:prstGeom prst="rect">
                <a:avLst/>
              </a:prstGeom>
            </p:spPr>
          </p:pic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8FA368C-3A5A-0F3F-D4E4-DACFF1FA72A0}"/>
                  </a:ext>
                </a:extLst>
              </p:cNvPr>
              <p:cNvSpPr txBox="1"/>
              <p:nvPr/>
            </p:nvSpPr>
            <p:spPr>
              <a:xfrm>
                <a:off x="1459049" y="2821746"/>
                <a:ext cx="3060710" cy="101566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6000" b="1" dirty="0" err="1">
                    <a:solidFill>
                      <a:srgbClr val="3EB643"/>
                    </a:solidFill>
                    <a:latin typeface="Aptos" panose="020B0004020202020204" pitchFamily="34" charset="0"/>
                    <a:cs typeface="Arial" panose="020B0604020202020204" pitchFamily="34" charset="0"/>
                  </a:rPr>
                  <a:t>Regen</a:t>
                </a:r>
                <a:r>
                  <a:rPr lang="en-US" sz="6000" b="1" dirty="0" err="1">
                    <a:solidFill>
                      <a:srgbClr val="04A7F0"/>
                    </a:solidFill>
                    <a:latin typeface="Aptos" panose="020B0004020202020204" pitchFamily="34" charset="0"/>
                    <a:cs typeface="Arial" panose="020B0604020202020204" pitchFamily="34" charset="0"/>
                  </a:rPr>
                  <a:t>AI</a:t>
                </a:r>
                <a:endParaRPr lang="en-US" sz="6000" b="1" dirty="0">
                  <a:solidFill>
                    <a:srgbClr val="04A7F0"/>
                  </a:solidFill>
                  <a:latin typeface="Aptos" panose="020B00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9B8C4EB-9415-6184-5A93-31B9EB652A6E}"/>
                </a:ext>
              </a:extLst>
            </p:cNvPr>
            <p:cNvSpPr txBox="1"/>
            <p:nvPr/>
          </p:nvSpPr>
          <p:spPr>
            <a:xfrm>
              <a:off x="7128991" y="3555478"/>
              <a:ext cx="316379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>
                  <a:solidFill>
                    <a:srgbClr val="3EB643"/>
                  </a:solidFill>
                </a:rPr>
                <a:t>Empowering Farmers, Restoring Earth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555CE7DA-3518-AB64-FFCE-C7489F088897}"/>
              </a:ext>
            </a:extLst>
          </p:cNvPr>
          <p:cNvGrpSpPr/>
          <p:nvPr/>
        </p:nvGrpSpPr>
        <p:grpSpPr>
          <a:xfrm>
            <a:off x="5867312" y="674752"/>
            <a:ext cx="3386711" cy="1107996"/>
            <a:chOff x="6618427" y="2706078"/>
            <a:chExt cx="3386711" cy="1107996"/>
          </a:xfrm>
        </p:grpSpPr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A2833F53-C5F9-3BCE-F99C-7C768607C235}"/>
                </a:ext>
              </a:extLst>
            </p:cNvPr>
            <p:cNvGrpSpPr/>
            <p:nvPr/>
          </p:nvGrpSpPr>
          <p:grpSpPr>
            <a:xfrm>
              <a:off x="6618427" y="2706078"/>
              <a:ext cx="3386711" cy="1064844"/>
              <a:chOff x="845405" y="2880249"/>
              <a:chExt cx="3386711" cy="1064844"/>
            </a:xfrm>
          </p:grpSpPr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9087757D-13B1-3901-B7E4-A95D14E330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45405" y="3021763"/>
                <a:ext cx="613642" cy="923330"/>
              </a:xfrm>
              <a:prstGeom prst="rect">
                <a:avLst/>
              </a:prstGeom>
            </p:spPr>
          </p:pic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1145625-E116-BCEF-9693-6D396724DE8A}"/>
                  </a:ext>
                </a:extLst>
              </p:cNvPr>
              <p:cNvSpPr txBox="1"/>
              <p:nvPr/>
            </p:nvSpPr>
            <p:spPr>
              <a:xfrm>
                <a:off x="1459049" y="2880249"/>
                <a:ext cx="2773067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5400" b="1" dirty="0" err="1">
                    <a:solidFill>
                      <a:srgbClr val="3EB643"/>
                    </a:solidFill>
                    <a:latin typeface="Aptos" panose="020B0004020202020204" pitchFamily="34" charset="0"/>
                    <a:cs typeface="Arial" panose="020B0604020202020204" pitchFamily="34" charset="0"/>
                  </a:rPr>
                  <a:t>Regen</a:t>
                </a:r>
                <a:r>
                  <a:rPr lang="en-US" sz="5400" b="1" dirty="0" err="1">
                    <a:solidFill>
                      <a:srgbClr val="04A7F0"/>
                    </a:solidFill>
                    <a:latin typeface="Aptos" panose="020B0004020202020204" pitchFamily="34" charset="0"/>
                    <a:cs typeface="Arial" panose="020B0604020202020204" pitchFamily="34" charset="0"/>
                  </a:rPr>
                  <a:t>AI</a:t>
                </a:r>
                <a:endParaRPr lang="en-US" sz="5400" b="1" dirty="0">
                  <a:solidFill>
                    <a:srgbClr val="04A7F0"/>
                  </a:solidFill>
                  <a:latin typeface="Aptos" panose="020B00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AE8ED9C-992B-64B3-364E-26EE5C244556}"/>
                </a:ext>
              </a:extLst>
            </p:cNvPr>
            <p:cNvSpPr txBox="1"/>
            <p:nvPr/>
          </p:nvSpPr>
          <p:spPr>
            <a:xfrm>
              <a:off x="7472264" y="3444742"/>
              <a:ext cx="22926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3EB643"/>
                  </a:solidFill>
                </a:rPr>
                <a:t>Empowering Farmers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832786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9B1B4EE1-069D-B31F-B324-DC83536D8933}"/>
              </a:ext>
            </a:extLst>
          </p:cNvPr>
          <p:cNvGrpSpPr/>
          <p:nvPr/>
        </p:nvGrpSpPr>
        <p:grpSpPr>
          <a:xfrm>
            <a:off x="762257" y="279874"/>
            <a:ext cx="11222950" cy="6298251"/>
            <a:chOff x="762257" y="279874"/>
            <a:chExt cx="11222950" cy="6298251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318C8C22-E03A-C157-77F1-ACCA9448ECA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62257" y="279874"/>
              <a:ext cx="11222950" cy="6298251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B8B8814-B452-A5F0-0ABD-9D8C0D65D548}"/>
                </a:ext>
              </a:extLst>
            </p:cNvPr>
            <p:cNvSpPr/>
            <p:nvPr/>
          </p:nvSpPr>
          <p:spPr>
            <a:xfrm>
              <a:off x="9784800" y="1843200"/>
              <a:ext cx="950400" cy="3312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700" b="1" dirty="0" err="1">
                  <a:solidFill>
                    <a:sysClr val="windowText" lastClr="000000"/>
                  </a:solidFill>
                </a:rPr>
                <a:t>Nguyễn</a:t>
              </a:r>
              <a:r>
                <a:rPr lang="en-US" sz="700" b="1" dirty="0">
                  <a:solidFill>
                    <a:sysClr val="windowText" lastClr="000000"/>
                  </a:solidFill>
                </a:rPr>
                <a:t> </a:t>
              </a:r>
              <a:r>
                <a:rPr lang="en-US" sz="700" b="1" dirty="0" err="1">
                  <a:solidFill>
                    <a:sysClr val="windowText" lastClr="000000"/>
                  </a:solidFill>
                </a:rPr>
                <a:t>Thị</a:t>
              </a:r>
              <a:r>
                <a:rPr lang="en-US" sz="700" b="1" dirty="0">
                  <a:solidFill>
                    <a:sysClr val="windowText" lastClr="000000"/>
                  </a:solidFill>
                </a:rPr>
                <a:t> </a:t>
              </a:r>
              <a:r>
                <a:rPr lang="en-US" sz="700" b="1" dirty="0" err="1">
                  <a:solidFill>
                    <a:sysClr val="windowText" lastClr="000000"/>
                  </a:solidFill>
                </a:rPr>
                <a:t>Lý</a:t>
              </a:r>
              <a:endParaRPr lang="en-US" sz="700" b="1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795DE7AB-0F04-A6E4-4574-62DB3913DDA7}"/>
                </a:ext>
              </a:extLst>
            </p:cNvPr>
            <p:cNvSpPr/>
            <p:nvPr/>
          </p:nvSpPr>
          <p:spPr>
            <a:xfrm>
              <a:off x="9410210" y="1821505"/>
              <a:ext cx="374590" cy="374590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26" name="Picture 2" descr="Asian Farmer PNG, Vector, PSD, and Clipart With Transparent Background for  Free Download | Pngtree">
              <a:extLst>
                <a:ext uri="{FF2B5EF4-FFF2-40B4-BE49-F238E27FC236}">
                  <a16:creationId xmlns:a16="http://schemas.microsoft.com/office/drawing/2014/main" id="{4D31F714-DA9F-7E61-425B-D9290D10193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453599" y="1864894"/>
              <a:ext cx="331201" cy="3312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347886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7D842040-A57E-ED08-C035-9BC6C3369D11}"/>
              </a:ext>
            </a:extLst>
          </p:cNvPr>
          <p:cNvGrpSpPr/>
          <p:nvPr/>
        </p:nvGrpSpPr>
        <p:grpSpPr>
          <a:xfrm>
            <a:off x="698399" y="368621"/>
            <a:ext cx="10623472" cy="6017779"/>
            <a:chOff x="2209800" y="649421"/>
            <a:chExt cx="7772400" cy="4468829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A52579A6-6F25-4F6E-B6A7-BA86CD8483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050647" y="649421"/>
              <a:ext cx="3492500" cy="3644900"/>
            </a:xfrm>
            <a:prstGeom prst="rect">
              <a:avLst/>
            </a:prstGeom>
          </p:spPr>
        </p:pic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127A77F2-6866-BC8A-DDFB-F192D597E92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209800" y="1739749"/>
              <a:ext cx="7772400" cy="337850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662876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44C0550-1AFC-5A29-1E4C-4B0C74E169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64750" y="-64800"/>
            <a:ext cx="5918300" cy="6858000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12736621-39B3-F7B4-6E12-D92D6BE72F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1876" y="1150091"/>
            <a:ext cx="6893607" cy="3748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871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503</TotalTime>
  <Words>14</Words>
  <Application>Microsoft Macintosh PowerPoint</Application>
  <PresentationFormat>Widescreen</PresentationFormat>
  <Paragraphs>7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Trung Nguyen</dc:creator>
  <cp:lastModifiedBy>Trung Nguyen</cp:lastModifiedBy>
  <cp:revision>4</cp:revision>
  <dcterms:created xsi:type="dcterms:W3CDTF">2025-08-20T00:51:53Z</dcterms:created>
  <dcterms:modified xsi:type="dcterms:W3CDTF">2025-08-24T13:31:11Z</dcterms:modified>
</cp:coreProperties>
</file>